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League Spartan" panose="020B0604020202020204" charset="0"/>
      <p:regular r:id="rId10"/>
    </p:embeddedFont>
    <p:embeddedFont>
      <p:font typeface="Lilita On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06872" cy="10287000"/>
          </a:xfrm>
          <a:custGeom>
            <a:avLst/>
            <a:gdLst/>
            <a:ahLst/>
            <a:cxnLst/>
            <a:rect l="l" t="t" r="r" b="b"/>
            <a:pathLst>
              <a:path w="18406872" h="10287000">
                <a:moveTo>
                  <a:pt x="0" y="0"/>
                </a:moveTo>
                <a:lnTo>
                  <a:pt x="18406872" y="0"/>
                </a:lnTo>
                <a:lnTo>
                  <a:pt x="184068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30075" y="8458200"/>
            <a:ext cx="5229225" cy="800100"/>
            <a:chOff x="0" y="0"/>
            <a:chExt cx="1377244" cy="2107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7244" cy="210726"/>
            </a:xfrm>
            <a:custGeom>
              <a:avLst/>
              <a:gdLst/>
              <a:ahLst/>
              <a:cxnLst/>
              <a:rect l="l" t="t" r="r" b="b"/>
              <a:pathLst>
                <a:path w="1377244" h="210726">
                  <a:moveTo>
                    <a:pt x="75506" y="0"/>
                  </a:moveTo>
                  <a:lnTo>
                    <a:pt x="1301738" y="0"/>
                  </a:lnTo>
                  <a:cubicBezTo>
                    <a:pt x="1321764" y="0"/>
                    <a:pt x="1340969" y="7955"/>
                    <a:pt x="1355129" y="22115"/>
                  </a:cubicBezTo>
                  <a:cubicBezTo>
                    <a:pt x="1369289" y="36275"/>
                    <a:pt x="1377244" y="55481"/>
                    <a:pt x="1377244" y="75506"/>
                  </a:cubicBezTo>
                  <a:lnTo>
                    <a:pt x="1377244" y="135220"/>
                  </a:lnTo>
                  <a:cubicBezTo>
                    <a:pt x="1377244" y="155245"/>
                    <a:pt x="1369289" y="174451"/>
                    <a:pt x="1355129" y="188611"/>
                  </a:cubicBezTo>
                  <a:cubicBezTo>
                    <a:pt x="1340969" y="202771"/>
                    <a:pt x="1321764" y="210726"/>
                    <a:pt x="1301738" y="210726"/>
                  </a:cubicBezTo>
                  <a:lnTo>
                    <a:pt x="75506" y="210726"/>
                  </a:lnTo>
                  <a:cubicBezTo>
                    <a:pt x="55481" y="210726"/>
                    <a:pt x="36275" y="202771"/>
                    <a:pt x="22115" y="188611"/>
                  </a:cubicBezTo>
                  <a:cubicBezTo>
                    <a:pt x="7955" y="174451"/>
                    <a:pt x="0" y="155245"/>
                    <a:pt x="0" y="135220"/>
                  </a:cubicBezTo>
                  <a:lnTo>
                    <a:pt x="0" y="75506"/>
                  </a:lnTo>
                  <a:cubicBezTo>
                    <a:pt x="0" y="55481"/>
                    <a:pt x="7955" y="36275"/>
                    <a:pt x="22115" y="22115"/>
                  </a:cubicBezTo>
                  <a:cubicBezTo>
                    <a:pt x="36275" y="7955"/>
                    <a:pt x="55481" y="0"/>
                    <a:pt x="75506" y="0"/>
                  </a:cubicBezTo>
                  <a:close/>
                </a:path>
              </a:pathLst>
            </a:custGeom>
            <a:solidFill>
              <a:srgbClr val="EBFF8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77244" cy="24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8275" y="1028700"/>
            <a:ext cx="2914650" cy="628650"/>
            <a:chOff x="0" y="0"/>
            <a:chExt cx="767644" cy="1655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7644" cy="165570"/>
            </a:xfrm>
            <a:custGeom>
              <a:avLst/>
              <a:gdLst/>
              <a:ahLst/>
              <a:cxnLst/>
              <a:rect l="l" t="t" r="r" b="b"/>
              <a:pathLst>
                <a:path w="767644" h="165570">
                  <a:moveTo>
                    <a:pt x="82785" y="0"/>
                  </a:moveTo>
                  <a:lnTo>
                    <a:pt x="684859" y="0"/>
                  </a:lnTo>
                  <a:cubicBezTo>
                    <a:pt x="730580" y="0"/>
                    <a:pt x="767644" y="37064"/>
                    <a:pt x="767644" y="82785"/>
                  </a:cubicBezTo>
                  <a:lnTo>
                    <a:pt x="767644" y="82785"/>
                  </a:lnTo>
                  <a:cubicBezTo>
                    <a:pt x="767644" y="104741"/>
                    <a:pt x="758922" y="125798"/>
                    <a:pt x="743397" y="141323"/>
                  </a:cubicBezTo>
                  <a:cubicBezTo>
                    <a:pt x="727872" y="156848"/>
                    <a:pt x="706815" y="165570"/>
                    <a:pt x="684859" y="165570"/>
                  </a:cubicBezTo>
                  <a:lnTo>
                    <a:pt x="82785" y="165570"/>
                  </a:lnTo>
                  <a:cubicBezTo>
                    <a:pt x="37064" y="165570"/>
                    <a:pt x="0" y="128506"/>
                    <a:pt x="0" y="82785"/>
                  </a:cubicBezTo>
                  <a:lnTo>
                    <a:pt x="0" y="82785"/>
                  </a:lnTo>
                  <a:cubicBezTo>
                    <a:pt x="0" y="37064"/>
                    <a:pt x="37064" y="0"/>
                    <a:pt x="82785" y="0"/>
                  </a:cubicBezTo>
                  <a:close/>
                </a:path>
              </a:pathLst>
            </a:custGeom>
            <a:solidFill>
              <a:srgbClr val="EBFF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67644" cy="203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00675" y="3143250"/>
            <a:ext cx="7543800" cy="2600325"/>
            <a:chOff x="0" y="0"/>
            <a:chExt cx="1986844" cy="6848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86844" cy="684859"/>
            </a:xfrm>
            <a:custGeom>
              <a:avLst/>
              <a:gdLst/>
              <a:ahLst/>
              <a:cxnLst/>
              <a:rect l="l" t="t" r="r" b="b"/>
              <a:pathLst>
                <a:path w="1986844" h="684859">
                  <a:moveTo>
                    <a:pt x="52339" y="0"/>
                  </a:moveTo>
                  <a:lnTo>
                    <a:pt x="1934505" y="0"/>
                  </a:lnTo>
                  <a:cubicBezTo>
                    <a:pt x="1948386" y="0"/>
                    <a:pt x="1961699" y="5514"/>
                    <a:pt x="1971515" y="15330"/>
                  </a:cubicBezTo>
                  <a:cubicBezTo>
                    <a:pt x="1981330" y="25145"/>
                    <a:pt x="1986844" y="38458"/>
                    <a:pt x="1986844" y="52339"/>
                  </a:cubicBezTo>
                  <a:lnTo>
                    <a:pt x="1986844" y="632520"/>
                  </a:lnTo>
                  <a:cubicBezTo>
                    <a:pt x="1986844" y="646401"/>
                    <a:pt x="1981330" y="659714"/>
                    <a:pt x="1971515" y="669529"/>
                  </a:cubicBezTo>
                  <a:cubicBezTo>
                    <a:pt x="1961699" y="679345"/>
                    <a:pt x="1948386" y="684859"/>
                    <a:pt x="1934505" y="684859"/>
                  </a:cubicBezTo>
                  <a:lnTo>
                    <a:pt x="52339" y="684859"/>
                  </a:lnTo>
                  <a:cubicBezTo>
                    <a:pt x="23433" y="684859"/>
                    <a:pt x="0" y="661426"/>
                    <a:pt x="0" y="632520"/>
                  </a:cubicBezTo>
                  <a:lnTo>
                    <a:pt x="0" y="52339"/>
                  </a:lnTo>
                  <a:cubicBezTo>
                    <a:pt x="0" y="38458"/>
                    <a:pt x="5514" y="25145"/>
                    <a:pt x="15330" y="15330"/>
                  </a:cubicBezTo>
                  <a:cubicBezTo>
                    <a:pt x="25145" y="5514"/>
                    <a:pt x="38458" y="0"/>
                    <a:pt x="52339" y="0"/>
                  </a:cubicBezTo>
                  <a:close/>
                </a:path>
              </a:pathLst>
            </a:custGeom>
            <a:solidFill>
              <a:srgbClr val="F6FFE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86844" cy="722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53200" y="5800725"/>
            <a:ext cx="6000750" cy="1914525"/>
            <a:chOff x="0" y="0"/>
            <a:chExt cx="1580444" cy="5042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0444" cy="504237"/>
            </a:xfrm>
            <a:custGeom>
              <a:avLst/>
              <a:gdLst/>
              <a:ahLst/>
              <a:cxnLst/>
              <a:rect l="l" t="t" r="r" b="b"/>
              <a:pathLst>
                <a:path w="1580444" h="504237">
                  <a:moveTo>
                    <a:pt x="65798" y="0"/>
                  </a:moveTo>
                  <a:lnTo>
                    <a:pt x="1514646" y="0"/>
                  </a:lnTo>
                  <a:cubicBezTo>
                    <a:pt x="1532097" y="0"/>
                    <a:pt x="1548833" y="6932"/>
                    <a:pt x="1561173" y="19272"/>
                  </a:cubicBezTo>
                  <a:cubicBezTo>
                    <a:pt x="1573512" y="31611"/>
                    <a:pt x="1580444" y="48347"/>
                    <a:pt x="1580444" y="65798"/>
                  </a:cubicBezTo>
                  <a:lnTo>
                    <a:pt x="1580444" y="438439"/>
                  </a:lnTo>
                  <a:cubicBezTo>
                    <a:pt x="1580444" y="474778"/>
                    <a:pt x="1550986" y="504237"/>
                    <a:pt x="1514646" y="504237"/>
                  </a:cubicBezTo>
                  <a:lnTo>
                    <a:pt x="65798" y="504237"/>
                  </a:lnTo>
                  <a:cubicBezTo>
                    <a:pt x="48347" y="504237"/>
                    <a:pt x="31611" y="497305"/>
                    <a:pt x="19272" y="484965"/>
                  </a:cubicBezTo>
                  <a:cubicBezTo>
                    <a:pt x="6932" y="472626"/>
                    <a:pt x="0" y="455890"/>
                    <a:pt x="0" y="438439"/>
                  </a:cubicBezTo>
                  <a:lnTo>
                    <a:pt x="0" y="65798"/>
                  </a:lnTo>
                  <a:cubicBezTo>
                    <a:pt x="0" y="48347"/>
                    <a:pt x="6932" y="31611"/>
                    <a:pt x="19272" y="19272"/>
                  </a:cubicBezTo>
                  <a:cubicBezTo>
                    <a:pt x="31611" y="6932"/>
                    <a:pt x="48347" y="0"/>
                    <a:pt x="65798" y="0"/>
                  </a:cubicBezTo>
                  <a:close/>
                </a:path>
              </a:pathLst>
            </a:custGeom>
            <a:solidFill>
              <a:srgbClr val="F6FFE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80444" cy="542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81145" y="4472305"/>
            <a:ext cx="6844581" cy="1493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6600" dirty="0">
                <a:solidFill>
                  <a:srgbClr val="195353"/>
                </a:solidFill>
                <a:latin typeface="Lilita One"/>
                <a:ea typeface="Lilita One"/>
                <a:cs typeface="Lilita One"/>
                <a:sym typeface="Lilita One"/>
              </a:rPr>
              <a:t>Gestión de una Biblioteca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44475" y="8587387"/>
            <a:ext cx="3396698" cy="54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6"/>
              </a:lnSpc>
              <a:spcBef>
                <a:spcPct val="0"/>
              </a:spcBef>
            </a:pPr>
            <a:r>
              <a:rPr lang="en-US" sz="3247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María González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97297"/>
          </a:xfrm>
          <a:custGeom>
            <a:avLst/>
            <a:gdLst/>
            <a:ahLst/>
            <a:cxnLst/>
            <a:rect l="l" t="t" r="r" b="b"/>
            <a:pathLst>
              <a:path w="18288000" h="10297297">
                <a:moveTo>
                  <a:pt x="0" y="0"/>
                </a:moveTo>
                <a:lnTo>
                  <a:pt x="18288000" y="0"/>
                </a:lnTo>
                <a:lnTo>
                  <a:pt x="18288000" y="10297297"/>
                </a:lnTo>
                <a:lnTo>
                  <a:pt x="0" y="10297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01200" y="2543175"/>
            <a:ext cx="6886575" cy="5343525"/>
            <a:chOff x="0" y="0"/>
            <a:chExt cx="1813748" cy="14073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748" cy="1407348"/>
            </a:xfrm>
            <a:custGeom>
              <a:avLst/>
              <a:gdLst/>
              <a:ahLst/>
              <a:cxnLst/>
              <a:rect l="l" t="t" r="r" b="b"/>
              <a:pathLst>
                <a:path w="1813748" h="1407348">
                  <a:moveTo>
                    <a:pt x="57334" y="0"/>
                  </a:moveTo>
                  <a:lnTo>
                    <a:pt x="1756414" y="0"/>
                  </a:lnTo>
                  <a:cubicBezTo>
                    <a:pt x="1771620" y="0"/>
                    <a:pt x="1786203" y="6041"/>
                    <a:pt x="1796955" y="16793"/>
                  </a:cubicBezTo>
                  <a:cubicBezTo>
                    <a:pt x="1807708" y="27545"/>
                    <a:pt x="1813748" y="42128"/>
                    <a:pt x="1813748" y="57334"/>
                  </a:cubicBezTo>
                  <a:lnTo>
                    <a:pt x="1813748" y="1350014"/>
                  </a:lnTo>
                  <a:cubicBezTo>
                    <a:pt x="1813748" y="1365220"/>
                    <a:pt x="1807708" y="1379803"/>
                    <a:pt x="1796955" y="1390555"/>
                  </a:cubicBezTo>
                  <a:cubicBezTo>
                    <a:pt x="1786203" y="1401307"/>
                    <a:pt x="1771620" y="1407348"/>
                    <a:pt x="1756414" y="1407348"/>
                  </a:cubicBezTo>
                  <a:lnTo>
                    <a:pt x="57334" y="1407348"/>
                  </a:lnTo>
                  <a:cubicBezTo>
                    <a:pt x="42128" y="1407348"/>
                    <a:pt x="27545" y="1401307"/>
                    <a:pt x="16793" y="1390555"/>
                  </a:cubicBezTo>
                  <a:cubicBezTo>
                    <a:pt x="6041" y="1379803"/>
                    <a:pt x="0" y="1365220"/>
                    <a:pt x="0" y="1350014"/>
                  </a:cubicBezTo>
                  <a:lnTo>
                    <a:pt x="0" y="57334"/>
                  </a:lnTo>
                  <a:cubicBezTo>
                    <a:pt x="0" y="42128"/>
                    <a:pt x="6041" y="27545"/>
                    <a:pt x="16793" y="16793"/>
                  </a:cubicBezTo>
                  <a:cubicBezTo>
                    <a:pt x="27545" y="6041"/>
                    <a:pt x="42128" y="0"/>
                    <a:pt x="57334" y="0"/>
                  </a:cubicBezTo>
                  <a:close/>
                </a:path>
              </a:pathLst>
            </a:custGeom>
            <a:solidFill>
              <a:srgbClr val="F6FFE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13748" cy="1445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621788" y="631190"/>
            <a:ext cx="3894687" cy="9167495"/>
          </a:xfrm>
          <a:custGeom>
            <a:avLst/>
            <a:gdLst/>
            <a:ahLst/>
            <a:cxnLst/>
            <a:rect l="l" t="t" r="r" b="b"/>
            <a:pathLst>
              <a:path w="3894687" h="9167495">
                <a:moveTo>
                  <a:pt x="0" y="0"/>
                </a:moveTo>
                <a:lnTo>
                  <a:pt x="3894687" y="0"/>
                </a:lnTo>
                <a:lnTo>
                  <a:pt x="3894687" y="9167495"/>
                </a:lnTo>
                <a:lnTo>
                  <a:pt x="0" y="9167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999" t="-572" r="-29745" b="-122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58375" y="1301433"/>
            <a:ext cx="3486766" cy="7827010"/>
          </a:xfrm>
          <a:custGeom>
            <a:avLst/>
            <a:gdLst/>
            <a:ahLst/>
            <a:cxnLst/>
            <a:rect l="l" t="t" r="r" b="b"/>
            <a:pathLst>
              <a:path w="3486766" h="7827010">
                <a:moveTo>
                  <a:pt x="0" y="0"/>
                </a:moveTo>
                <a:lnTo>
                  <a:pt x="3486766" y="0"/>
                </a:lnTo>
                <a:lnTo>
                  <a:pt x="3486766" y="7827009"/>
                </a:lnTo>
                <a:lnTo>
                  <a:pt x="0" y="7827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352" t="-104" r="-2536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505355" y="8939530"/>
            <a:ext cx="684458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Estructura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49431" cy="10287000"/>
          </a:xfrm>
          <a:custGeom>
            <a:avLst/>
            <a:gdLst/>
            <a:ahLst/>
            <a:cxnLst/>
            <a:rect l="l" t="t" r="r" b="b"/>
            <a:pathLst>
              <a:path w="18549431" h="10287000">
                <a:moveTo>
                  <a:pt x="0" y="0"/>
                </a:moveTo>
                <a:lnTo>
                  <a:pt x="18549431" y="0"/>
                </a:lnTo>
                <a:lnTo>
                  <a:pt x="1854943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371475"/>
            <a:ext cx="9401175" cy="3914775"/>
            <a:chOff x="0" y="0"/>
            <a:chExt cx="2476030" cy="10310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76030" cy="1031052"/>
            </a:xfrm>
            <a:custGeom>
              <a:avLst/>
              <a:gdLst/>
              <a:ahLst/>
              <a:cxnLst/>
              <a:rect l="l" t="t" r="r" b="b"/>
              <a:pathLst>
                <a:path w="2476030" h="1031052">
                  <a:moveTo>
                    <a:pt x="41999" y="0"/>
                  </a:moveTo>
                  <a:lnTo>
                    <a:pt x="2434031" y="0"/>
                  </a:lnTo>
                  <a:cubicBezTo>
                    <a:pt x="2445170" y="0"/>
                    <a:pt x="2455852" y="4425"/>
                    <a:pt x="2463728" y="12301"/>
                  </a:cubicBezTo>
                  <a:cubicBezTo>
                    <a:pt x="2471605" y="20177"/>
                    <a:pt x="2476030" y="30860"/>
                    <a:pt x="2476030" y="41999"/>
                  </a:cubicBezTo>
                  <a:lnTo>
                    <a:pt x="2476030" y="989053"/>
                  </a:lnTo>
                  <a:cubicBezTo>
                    <a:pt x="2476030" y="1012248"/>
                    <a:pt x="2457226" y="1031052"/>
                    <a:pt x="2434031" y="1031052"/>
                  </a:cubicBezTo>
                  <a:lnTo>
                    <a:pt x="41999" y="1031052"/>
                  </a:lnTo>
                  <a:cubicBezTo>
                    <a:pt x="30860" y="1031052"/>
                    <a:pt x="20177" y="1026627"/>
                    <a:pt x="12301" y="1018751"/>
                  </a:cubicBezTo>
                  <a:cubicBezTo>
                    <a:pt x="4425" y="1010874"/>
                    <a:pt x="0" y="1000192"/>
                    <a:pt x="0" y="989053"/>
                  </a:cubicBezTo>
                  <a:lnTo>
                    <a:pt x="0" y="41999"/>
                  </a:lnTo>
                  <a:cubicBezTo>
                    <a:pt x="0" y="30860"/>
                    <a:pt x="4425" y="20177"/>
                    <a:pt x="12301" y="12301"/>
                  </a:cubicBezTo>
                  <a:cubicBezTo>
                    <a:pt x="20177" y="4425"/>
                    <a:pt x="30860" y="0"/>
                    <a:pt x="41999" y="0"/>
                  </a:cubicBezTo>
                  <a:close/>
                </a:path>
              </a:pathLst>
            </a:custGeom>
            <a:solidFill>
              <a:srgbClr val="F6FFE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76030" cy="106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96275" y="7096125"/>
            <a:ext cx="9401175" cy="2486025"/>
            <a:chOff x="0" y="0"/>
            <a:chExt cx="2476030" cy="654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76030" cy="654756"/>
            </a:xfrm>
            <a:custGeom>
              <a:avLst/>
              <a:gdLst/>
              <a:ahLst/>
              <a:cxnLst/>
              <a:rect l="l" t="t" r="r" b="b"/>
              <a:pathLst>
                <a:path w="2476030" h="654756">
                  <a:moveTo>
                    <a:pt x="41999" y="0"/>
                  </a:moveTo>
                  <a:lnTo>
                    <a:pt x="2434031" y="0"/>
                  </a:lnTo>
                  <a:cubicBezTo>
                    <a:pt x="2445170" y="0"/>
                    <a:pt x="2455852" y="4425"/>
                    <a:pt x="2463728" y="12301"/>
                  </a:cubicBezTo>
                  <a:cubicBezTo>
                    <a:pt x="2471605" y="20177"/>
                    <a:pt x="2476030" y="30860"/>
                    <a:pt x="2476030" y="41999"/>
                  </a:cubicBezTo>
                  <a:lnTo>
                    <a:pt x="2476030" y="612757"/>
                  </a:lnTo>
                  <a:cubicBezTo>
                    <a:pt x="2476030" y="635952"/>
                    <a:pt x="2457226" y="654756"/>
                    <a:pt x="2434031" y="654756"/>
                  </a:cubicBezTo>
                  <a:lnTo>
                    <a:pt x="41999" y="654756"/>
                  </a:lnTo>
                  <a:cubicBezTo>
                    <a:pt x="30860" y="654756"/>
                    <a:pt x="20177" y="650331"/>
                    <a:pt x="12301" y="642454"/>
                  </a:cubicBezTo>
                  <a:cubicBezTo>
                    <a:pt x="4425" y="634578"/>
                    <a:pt x="0" y="623896"/>
                    <a:pt x="0" y="612757"/>
                  </a:cubicBezTo>
                  <a:lnTo>
                    <a:pt x="0" y="41999"/>
                  </a:lnTo>
                  <a:cubicBezTo>
                    <a:pt x="0" y="30860"/>
                    <a:pt x="4425" y="20177"/>
                    <a:pt x="12301" y="12301"/>
                  </a:cubicBezTo>
                  <a:cubicBezTo>
                    <a:pt x="20177" y="4425"/>
                    <a:pt x="30860" y="0"/>
                    <a:pt x="41999" y="0"/>
                  </a:cubicBezTo>
                  <a:close/>
                </a:path>
              </a:pathLst>
            </a:custGeom>
            <a:solidFill>
              <a:srgbClr val="F6FFE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76030" cy="69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796445" y="1028700"/>
            <a:ext cx="10462855" cy="6343106"/>
          </a:xfrm>
          <a:custGeom>
            <a:avLst/>
            <a:gdLst/>
            <a:ahLst/>
            <a:cxnLst/>
            <a:rect l="l" t="t" r="r" b="b"/>
            <a:pathLst>
              <a:path w="10462855" h="6343106">
                <a:moveTo>
                  <a:pt x="0" y="0"/>
                </a:moveTo>
                <a:lnTo>
                  <a:pt x="10462855" y="0"/>
                </a:lnTo>
                <a:lnTo>
                  <a:pt x="10462855" y="6343106"/>
                </a:lnTo>
                <a:lnTo>
                  <a:pt x="0" y="6343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05582" y="8020368"/>
            <a:ext cx="684458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5599">
                <a:solidFill>
                  <a:srgbClr val="195353"/>
                </a:solidFill>
                <a:latin typeface="Lilita One"/>
                <a:ea typeface="Lilita One"/>
                <a:cs typeface="Lilita One"/>
                <a:sym typeface="Lilita One"/>
              </a:rPr>
              <a:t>Frontend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7" r="-1117" b="-169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200400"/>
            <a:ext cx="8115300" cy="4629150"/>
            <a:chOff x="0" y="0"/>
            <a:chExt cx="2137363" cy="121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7363" cy="1219200"/>
            </a:xfrm>
            <a:custGeom>
              <a:avLst/>
              <a:gdLst/>
              <a:ahLst/>
              <a:cxnLst/>
              <a:rect l="l" t="t" r="r" b="b"/>
              <a:pathLst>
                <a:path w="2137363" h="1219200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1170546"/>
                  </a:lnTo>
                  <a:cubicBezTo>
                    <a:pt x="2137363" y="1197417"/>
                    <a:pt x="2115580" y="1219200"/>
                    <a:pt x="2088710" y="1219200"/>
                  </a:cubicBezTo>
                  <a:lnTo>
                    <a:pt x="48654" y="1219200"/>
                  </a:lnTo>
                  <a:cubicBezTo>
                    <a:pt x="21783" y="1219200"/>
                    <a:pt x="0" y="1197417"/>
                    <a:pt x="0" y="1170546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6FFE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37363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8275" y="1028700"/>
            <a:ext cx="2914650" cy="628650"/>
            <a:chOff x="0" y="0"/>
            <a:chExt cx="767644" cy="1655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7644" cy="165570"/>
            </a:xfrm>
            <a:custGeom>
              <a:avLst/>
              <a:gdLst/>
              <a:ahLst/>
              <a:cxnLst/>
              <a:rect l="l" t="t" r="r" b="b"/>
              <a:pathLst>
                <a:path w="767644" h="165570">
                  <a:moveTo>
                    <a:pt x="82785" y="0"/>
                  </a:moveTo>
                  <a:lnTo>
                    <a:pt x="684859" y="0"/>
                  </a:lnTo>
                  <a:cubicBezTo>
                    <a:pt x="730580" y="0"/>
                    <a:pt x="767644" y="37064"/>
                    <a:pt x="767644" y="82785"/>
                  </a:cubicBezTo>
                  <a:lnTo>
                    <a:pt x="767644" y="82785"/>
                  </a:lnTo>
                  <a:cubicBezTo>
                    <a:pt x="767644" y="104741"/>
                    <a:pt x="758922" y="125798"/>
                    <a:pt x="743397" y="141323"/>
                  </a:cubicBezTo>
                  <a:cubicBezTo>
                    <a:pt x="727872" y="156848"/>
                    <a:pt x="706815" y="165570"/>
                    <a:pt x="684859" y="165570"/>
                  </a:cubicBezTo>
                  <a:lnTo>
                    <a:pt x="82785" y="165570"/>
                  </a:lnTo>
                  <a:cubicBezTo>
                    <a:pt x="37064" y="165570"/>
                    <a:pt x="0" y="128506"/>
                    <a:pt x="0" y="82785"/>
                  </a:cubicBezTo>
                  <a:lnTo>
                    <a:pt x="0" y="82785"/>
                  </a:lnTo>
                  <a:cubicBezTo>
                    <a:pt x="0" y="37064"/>
                    <a:pt x="37064" y="0"/>
                    <a:pt x="82785" y="0"/>
                  </a:cubicBezTo>
                  <a:close/>
                </a:path>
              </a:pathLst>
            </a:custGeom>
            <a:solidFill>
              <a:srgbClr val="EBFF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67644" cy="203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30075" y="8658225"/>
            <a:ext cx="5229225" cy="800100"/>
            <a:chOff x="0" y="0"/>
            <a:chExt cx="1377244" cy="2107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7244" cy="210726"/>
            </a:xfrm>
            <a:custGeom>
              <a:avLst/>
              <a:gdLst/>
              <a:ahLst/>
              <a:cxnLst/>
              <a:rect l="l" t="t" r="r" b="b"/>
              <a:pathLst>
                <a:path w="1377244" h="210726">
                  <a:moveTo>
                    <a:pt x="75506" y="0"/>
                  </a:moveTo>
                  <a:lnTo>
                    <a:pt x="1301738" y="0"/>
                  </a:lnTo>
                  <a:cubicBezTo>
                    <a:pt x="1321764" y="0"/>
                    <a:pt x="1340969" y="7955"/>
                    <a:pt x="1355129" y="22115"/>
                  </a:cubicBezTo>
                  <a:cubicBezTo>
                    <a:pt x="1369289" y="36275"/>
                    <a:pt x="1377244" y="55481"/>
                    <a:pt x="1377244" y="75506"/>
                  </a:cubicBezTo>
                  <a:lnTo>
                    <a:pt x="1377244" y="135220"/>
                  </a:lnTo>
                  <a:cubicBezTo>
                    <a:pt x="1377244" y="155245"/>
                    <a:pt x="1369289" y="174451"/>
                    <a:pt x="1355129" y="188611"/>
                  </a:cubicBezTo>
                  <a:cubicBezTo>
                    <a:pt x="1340969" y="202771"/>
                    <a:pt x="1321764" y="210726"/>
                    <a:pt x="1301738" y="210726"/>
                  </a:cubicBezTo>
                  <a:lnTo>
                    <a:pt x="75506" y="210726"/>
                  </a:lnTo>
                  <a:cubicBezTo>
                    <a:pt x="55481" y="210726"/>
                    <a:pt x="36275" y="202771"/>
                    <a:pt x="22115" y="188611"/>
                  </a:cubicBezTo>
                  <a:cubicBezTo>
                    <a:pt x="7955" y="174451"/>
                    <a:pt x="0" y="155245"/>
                    <a:pt x="0" y="135220"/>
                  </a:cubicBezTo>
                  <a:lnTo>
                    <a:pt x="0" y="75506"/>
                  </a:lnTo>
                  <a:cubicBezTo>
                    <a:pt x="0" y="55481"/>
                    <a:pt x="7955" y="36275"/>
                    <a:pt x="22115" y="22115"/>
                  </a:cubicBezTo>
                  <a:cubicBezTo>
                    <a:pt x="36275" y="7955"/>
                    <a:pt x="55481" y="0"/>
                    <a:pt x="75506" y="0"/>
                  </a:cubicBezTo>
                  <a:close/>
                </a:path>
              </a:pathLst>
            </a:custGeom>
            <a:solidFill>
              <a:srgbClr val="EBFF8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77244" cy="24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79764" y="2911847"/>
            <a:ext cx="8064236" cy="5206256"/>
          </a:xfrm>
          <a:custGeom>
            <a:avLst/>
            <a:gdLst/>
            <a:ahLst/>
            <a:cxnLst/>
            <a:rect l="l" t="t" r="r" b="b"/>
            <a:pathLst>
              <a:path w="8064236" h="5206256">
                <a:moveTo>
                  <a:pt x="0" y="0"/>
                </a:moveTo>
                <a:lnTo>
                  <a:pt x="8064236" y="0"/>
                </a:lnTo>
                <a:lnTo>
                  <a:pt x="8064236" y="5206256"/>
                </a:lnTo>
                <a:lnTo>
                  <a:pt x="0" y="5206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936472" y="8758837"/>
            <a:ext cx="1416432" cy="54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6"/>
              </a:lnSpc>
              <a:spcBef>
                <a:spcPct val="0"/>
              </a:spcBef>
            </a:pPr>
            <a:r>
              <a:rPr lang="en-US" sz="32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61649" y="1115625"/>
            <a:ext cx="867902" cy="5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6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SQL</a:t>
            </a:r>
            <a:endParaRPr lang="en-US" sz="3247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</Words>
  <Application>Microsoft Office PowerPoint</Application>
  <PresentationFormat>Personalizado</PresentationFormat>
  <Paragraphs>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Lilita One</vt:lpstr>
      <vt:lpstr>Calibri</vt:lpstr>
      <vt:lpstr>League Spartan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Biblioteca</dc:title>
  <cp:lastModifiedBy>Marian González</cp:lastModifiedBy>
  <cp:revision>3</cp:revision>
  <dcterms:created xsi:type="dcterms:W3CDTF">2006-08-16T00:00:00Z</dcterms:created>
  <dcterms:modified xsi:type="dcterms:W3CDTF">2025-12-18T01:55:07Z</dcterms:modified>
  <dc:identifier>DAG7ywu_-mg</dc:identifier>
</cp:coreProperties>
</file>